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内存稀缺市场现状(TrendForce)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涨幅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DRAM 价格 2026Q1</c:v>
                </c:pt>
                <c:pt idx="1">
                  <c:v>AI 服务器内存</c:v>
                </c:pt>
                <c:pt idx="2">
                  <c:v>普通服务器内存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81</c:v>
                </c:pt>
                <c:pt idx="1">
                  <c:v>40</c:v>
                </c:pt>
                <c:pt idx="2">
                  <c:v>25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三层架构负载分布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路径占比 %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读缓存命中</c:v>
                </c:pt>
                <c:pt idx="1">
                  <c:v>io_uring 异步读</c:v>
                </c:pt>
                <c:pt idx="2">
                  <c:v>WAL 顺序写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94.8</c:v>
                </c:pt>
                <c:pt idx="1">
                  <c:v>40.2</c:v>
                </c:pt>
                <c:pt idx="2">
                  <c:v>60.5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同机 QPS 对比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QPS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xPipeANN</c:v>
                </c:pt>
                <c:pt idx="1">
                  <c:v>hnswlib</c:v>
                </c:pt>
                <c:pt idx="2">
                  <c:v>faiss HNSW</c:v>
                </c:pt>
                <c:pt idx="3">
                  <c:v>faiss IVFPQ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1957.8</c:v>
                </c:pt>
                <c:pt idx="1">
                  <c:v>1355.6</c:v>
                </c:pt>
                <c:pt idx="2">
                  <c:v>5712.8</c:v>
                </c:pt>
                <c:pt idx="3">
                  <c:v>1599.8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recall_floor 三层保底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召回 %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常规图搜索</c:v>
                </c:pt>
                <c:pt idx="1">
                  <c:v>放宽深度</c:v>
                </c:pt>
                <c:pt idx="2">
                  <c:v>压缩码全量重排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</c:v>
                </c:pt>
                <c:pt idx="1">
                  <c:v>95.87</c:v>
                </c:pt>
                <c:pt idx="2">
                  <c:v>100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引擎消融链 QPS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QPS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同步 baseline</c:v>
                </c:pt>
                <c:pt idx="1">
                  <c:v>io_uring</c:v>
                </c:pt>
                <c:pt idx="2">
                  <c:v>+16K 页缓存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496.82</c:v>
                </c:pt>
                <c:pt idx="1">
                  <c:v>1360.71</c:v>
                </c:pt>
                <c:pt idx="2">
                  <c:v>1683.58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分工:ARM64 底层 / 检索架构 / 评测体系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模块数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NSun</c:v>
                </c:pt>
                <c:pt idx="1">
                  <c:v>温非凡</c:v>
                </c:pt>
                <c:pt idx="2">
                  <c:v>徐枭朋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F2A44"/>
                </a:solidFill>
              </a:rPr>
              <a:t>xPipeANN × ChronoRecall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555E78"/>
                </a:solidFill>
              </a:rPr>
              <a:t>Proj47 — 面向 Agent 记忆的向量检索系统 I/O 优化
队伍:名字起什么队 · HITSZ · OS 功能挑战赛道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680960" y="3657600"/>
          <a:ext cx="3840480" cy="2651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A44"/>
                </a:solidFill>
              </a:rPr>
              <a:t>背景:Agent 记忆的向量检索困境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</a:rPr>
              <a:t>• Agent 长期工作必须保存并检索历史经验</a:t>
            </a:r>
          </a:p>
          <a:p>
            <a:r>
              <a:rPr sz="1800">
                <a:solidFill>
                  <a:srgbClr val="333333"/>
                </a:solidFill>
              </a:rPr>
              <a:t>• Agent 运行时吃掉大部分内存,检索系统只能用受限内存</a:t>
            </a:r>
          </a:p>
          <a:p>
            <a:r>
              <a:rPr sz="1800">
                <a:solidFill>
                  <a:srgbClr val="333333"/>
                </a:solidFill>
              </a:rPr>
              <a:t>• 题目:数据集的 10%-20% 内存预算内做到 Recall@10 &gt;= 85%</a:t>
            </a:r>
          </a:p>
          <a:p>
            <a:r>
              <a:rPr sz="1800">
                <a:solidFill>
                  <a:srgbClr val="333333"/>
                </a:solidFill>
              </a:rPr>
              <a:t>• 动态写入 + 高并发混合负载必须同时成立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035040" y="1371600"/>
          <a:ext cx="55778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A44"/>
                </a:solidFill>
              </a:rPr>
              <a:t>架构:上层记记忆,下层管磁盘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</a:rPr>
              <a:t>• 记忆层 Recaller:并发协议、过滤、保底检索</a:t>
            </a:r>
          </a:p>
          <a:p>
            <a:r>
              <a:rPr sz="1800">
                <a:solidFill>
                  <a:srgbClr val="333333"/>
                </a:solidFill>
              </a:rPr>
              <a:t>• 引擎层 xPipeANN:磁盘图索引 + 用户态读缓存</a:t>
            </a:r>
          </a:p>
          <a:p>
            <a:r>
              <a:rPr sz="1800">
                <a:solidFill>
                  <a:srgbClr val="333333"/>
                </a:solidFill>
              </a:rPr>
              <a:t>• 异步 I/O(io_uring)+ 压缩码 + WAL 写路径</a:t>
            </a:r>
          </a:p>
          <a:p>
            <a:r>
              <a:rPr sz="1800">
                <a:solidFill>
                  <a:srgbClr val="333333"/>
                </a:solidFill>
              </a:rPr>
              <a:t>• 按会话分槽:并发写互不阻塞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035040" y="1371600"/>
          <a:ext cx="55778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A44"/>
                </a:solidFill>
              </a:rPr>
              <a:t>实验结果:受限内存下的不输内存方案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</a:rPr>
              <a:t>• SIFT1M 峰值 RSS 30.7 MB = 数据集的 8%(20% 硬约束)</a:t>
            </a:r>
          </a:p>
          <a:p>
            <a:r>
              <a:rPr sz="1800">
                <a:solidFill>
                  <a:srgbClr val="333333"/>
                </a:solidFill>
              </a:rPr>
              <a:t>• Recall@10 88.53%(赛题要求 &gt;= 85%)</a:t>
            </a:r>
          </a:p>
          <a:p>
            <a:r>
              <a:rPr sz="1800">
                <a:solidFill>
                  <a:srgbClr val="333333"/>
                </a:solidFill>
              </a:rPr>
              <a:t>• 单线程 QPS 1600+,16 线程 5346(3.94x 扩展)</a:t>
            </a:r>
          </a:p>
          <a:p>
            <a:r>
              <a:rPr sz="1800">
                <a:solidFill>
                  <a:srgbClr val="333333"/>
                </a:solidFill>
              </a:rPr>
              <a:t>• 写放大 115x -&gt; 约 1x;SQLITE_BUSY 129 -&gt; 0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035040" y="1371600"/>
          <a:ext cx="55778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A44"/>
                </a:solidFill>
              </a:rPr>
              <a:t>记忆层:数据安全与三层保底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</a:rPr>
              <a:t>• WAL 先持久再可见,崩溃后 21/21 全部可查到</a:t>
            </a:r>
          </a:p>
          <a:p>
            <a:r>
              <a:rPr sz="1800">
                <a:solidFill>
                  <a:srgbClr val="333333"/>
                </a:solidFill>
              </a:rPr>
              <a:t>• 快照原子回滚:O(1) 指针,毫秒级视图切换</a:t>
            </a:r>
          </a:p>
          <a:p>
            <a:r>
              <a:rPr sz="1800">
                <a:solidFill>
                  <a:srgbClr val="333333"/>
                </a:solidFill>
              </a:rPr>
              <a:t>• 任务队列:SIGKILL 后意图与上下文完整找回</a:t>
            </a:r>
          </a:p>
          <a:p>
            <a:r>
              <a:rPr sz="1800">
                <a:solidFill>
                  <a:srgbClr val="333333"/>
                </a:solidFill>
              </a:rPr>
              <a:t>• recall_floor:可配置召回下限 85-100%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035040" y="1371600"/>
          <a:ext cx="55778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A44"/>
                </a:solidFill>
              </a:rPr>
              <a:t>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</a:rPr>
              <a:t>• 引擎层 +239% 单线程吞吐,全栈国产化(鲲鹏 920)</a:t>
            </a:r>
          </a:p>
          <a:p>
            <a:r>
              <a:rPr sz="1800">
                <a:solidFill>
                  <a:srgbClr val="333333"/>
                </a:solidFill>
              </a:rPr>
              <a:t>• 记忆层端到端 remember P99 10.75x 提升</a:t>
            </a:r>
          </a:p>
          <a:p>
            <a:r>
              <a:rPr sz="1800">
                <a:solidFill>
                  <a:srgbClr val="333333"/>
                </a:solidFill>
              </a:rPr>
              <a:t>• 与 Mem0 同模型对比持平 + 独占时间过滤</a:t>
            </a:r>
          </a:p>
          <a:p>
            <a:r>
              <a:rPr sz="1800">
                <a:solidFill>
                  <a:srgbClr val="333333"/>
                </a:solidFill>
              </a:rPr>
              <a:t>• 下一步:NVMe-oF / CXL 近存储加速与分布式扩展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035040" y="1371600"/>
          <a:ext cx="55778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